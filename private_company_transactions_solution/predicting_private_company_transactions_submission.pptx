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6CD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556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Bridge · Private Markets Strategy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5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5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PREDICTING PRIVATE-COMPANY TRANSACTIONS FROM PUBLIC DATA</a:t>
            </a:r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Approach: predict likely private-company deals in the next 12 months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 public-data system that continuously scans private companies and ranks those most likely to enter a buyout, sale, IPO, refinancing or strategic investment within ~12 months.</a:t>
            </a:r>
          </a:p>
        </p:txBody>
      </p:sp>
      <p:sp>
        <p:nvSpPr>
          <p:cNvPr id="5" name="Shape 3"/>
          <p:cNvSpPr/>
          <p:nvPr/>
        </p:nvSpPr>
        <p:spPr>
          <a:xfrm>
            <a:off x="2130552" y="2862072"/>
            <a:ext cx="758952" cy="0"/>
          </a:xfrm>
          <a:prstGeom prst="line">
            <a:avLst/>
          </a:prstGeom>
          <a:noFill/>
          <a:ln w="25400">
            <a:solidFill>
              <a:srgbClr val="B9822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43400" y="2862072"/>
            <a:ext cx="758952" cy="0"/>
          </a:xfrm>
          <a:prstGeom prst="line">
            <a:avLst/>
          </a:prstGeom>
          <a:noFill/>
          <a:ln w="25400">
            <a:solidFill>
              <a:srgbClr val="B9822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56248" y="2862072"/>
            <a:ext cx="758952" cy="0"/>
          </a:xfrm>
          <a:prstGeom prst="line">
            <a:avLst/>
          </a:prstGeom>
          <a:noFill/>
          <a:ln w="25400">
            <a:solidFill>
              <a:srgbClr val="B9822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769096" y="2862072"/>
            <a:ext cx="758952" cy="0"/>
          </a:xfrm>
          <a:prstGeom prst="line">
            <a:avLst/>
          </a:prstGeom>
          <a:noFill/>
          <a:ln w="25400">
            <a:solidFill>
              <a:srgbClr val="B9822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2084832"/>
            <a:ext cx="16916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86384" y="2203704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1. Public collection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6384" y="2487168"/>
            <a:ext cx="1399032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News APIs, RSS, company websites, filings, job boards, patents. Start broad; avoid scraping terms-of-use risk.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743200" y="2084832"/>
            <a:ext cx="16916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89504" y="2203704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2. Entity resolution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89504" y="2487168"/>
            <a:ext cx="1399032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Domain, country, industry and aliases reduce false matches for names like Bolt or Mercury.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846320" y="2084832"/>
            <a:ext cx="16916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92624" y="2203704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3. AI event extraction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2487168"/>
            <a:ext cx="1399032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LLM/pattern hybrid converts messy text into JSON signals with confidence and evidence.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949440" y="2084832"/>
            <a:ext cx="16916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95744" y="2203704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4. Feature store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95744" y="2487168"/>
            <a:ext cx="1399032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Recency, source reliability, temporal windows, graph links to banks/advisors/executives.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052560" y="2084832"/>
            <a:ext cx="187452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98864" y="220370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5. Ranked output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98864" y="2487168"/>
            <a:ext cx="1581912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Top companies, probability, confidence, drivers and evidence for analyst action.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4114800" cy="310896"/>
          </a:xfrm>
          <a:prstGeom prst="roundRect">
            <a:avLst>
              <a:gd name="adj" fmla="val 23529"/>
            </a:avLst>
          </a:prstGeom>
          <a:solidFill>
            <a:srgbClr val="0E5A7A"/>
          </a:solidFill>
          <a:ln w="12700">
            <a:solidFill>
              <a:srgbClr val="0E5A7A"/>
            </a:solidFill>
            <a:prstDash val="solid"/>
          </a:ln>
          <a:effectLst>
            <a:outerShdw sx="100000" sy="100000" kx="0" ky="0" algn="bl" rotWithShape="0" blurRad="12700" dist="889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04672" y="4229100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LLMs only where they add value: extraction + summarisation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166360" y="4160520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" dist="889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39512" y="4229100"/>
            <a:ext cx="3511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Prediction is ranking: cheaper, testable, interpretable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5800" y="4892040"/>
            <a:ext cx="10698480" cy="1024128"/>
          </a:xfrm>
          <a:prstGeom prst="roundRect">
            <a:avLst>
              <a:gd name="adj" fmla="val 5357"/>
            </a:avLst>
          </a:prstGeom>
          <a:solidFill>
            <a:srgbClr val="EFE6D8"/>
          </a:solidFill>
          <a:ln w="12700">
            <a:solidFill>
              <a:srgbClr val="EFE6D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0120" y="4956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Working POC in code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4992624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Offline demo + GDELT public-news collector · event evidence CSV · explainable ranker · graph features · Streamlit product view · evaluation script.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5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PREDICTING PRIVATE-COMPANY TRANSACTIONS FROM PUBLIC DATA</a:t>
            </a:r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Reasoning: leading public signals before a private-company transaction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The strongest predictors are operational and governance changes that happen before a formal transaction announcement.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Priority signal ladder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2057400"/>
            <a:ext cx="2148840" cy="256032"/>
          </a:xfrm>
          <a:prstGeom prst="roundRect">
            <a:avLst>
              <a:gd name="adj" fmla="val 14286"/>
            </a:avLst>
          </a:prstGeom>
          <a:solidFill>
            <a:srgbClr val="B9822B"/>
          </a:solidFill>
          <a:ln w="12700">
            <a:solidFill>
              <a:srgbClr val="B982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2107692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</a:rPr>
              <a:t>Investment bank / adviser hired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291840" y="2496312"/>
            <a:ext cx="2066544" cy="256032"/>
          </a:xfrm>
          <a:prstGeom prst="roundRect">
            <a:avLst>
              <a:gd name="adj" fmla="val 14286"/>
            </a:avLst>
          </a:prstGeom>
          <a:solidFill>
            <a:srgbClr val="B9822B"/>
          </a:solidFill>
          <a:ln w="12700">
            <a:solidFill>
              <a:srgbClr val="B982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2546604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</a:rPr>
              <a:t>Strategic review / sale process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291840" y="2935224"/>
            <a:ext cx="1984248" cy="256032"/>
          </a:xfrm>
          <a:prstGeom prst="roundRect">
            <a:avLst>
              <a:gd name="adj" fmla="val 14286"/>
            </a:avLst>
          </a:prstGeom>
          <a:solidFill>
            <a:srgbClr val="0E5A7A"/>
          </a:solidFill>
          <a:ln w="12700">
            <a:solidFill>
              <a:srgbClr val="0E5A7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9808" y="2985516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</a:rPr>
              <a:t>CFO hired / board reshuffle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291840" y="3374136"/>
            <a:ext cx="1819656" cy="256032"/>
          </a:xfrm>
          <a:prstGeom prst="roundRect">
            <a:avLst>
              <a:gd name="adj" fmla="val 14286"/>
            </a:avLst>
          </a:prstGeom>
          <a:solidFill>
            <a:srgbClr val="0E5A7A"/>
          </a:solidFill>
          <a:ln w="12700">
            <a:solidFill>
              <a:srgbClr val="0E5A7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9808" y="342442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</a:rPr>
              <a:t>Debt refinancing / restructuring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291840" y="3813048"/>
            <a:ext cx="1655064" cy="256032"/>
          </a:xfrm>
          <a:prstGeom prst="roundRect">
            <a:avLst>
              <a:gd name="adj" fmla="val 14286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" y="386334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</a:rPr>
              <a:t>Funding or secondary sale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291840" y="4251960"/>
            <a:ext cx="1243584" cy="256032"/>
          </a:xfrm>
          <a:prstGeom prst="roundRect">
            <a:avLst>
              <a:gd name="adj" fmla="val 14286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9808" y="4302252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</a:rPr>
              <a:t>Hiring spike / market expansion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715000" y="1737360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ED4C8"/>
            </a:solidFill>
            <a:prstDash val="solid"/>
          </a:ln>
          <a:effectLst>
            <a:outerShdw sx="100000" sy="100000" kx="0" ky="0" algn="bl" rotWithShape="0" blurRad="17780" dist="889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1965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Event impact formula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9320" y="23865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9822B"/>
                </a:solidFill>
              </a:rPr>
              <a:t>signal_weight × extraction_confidence × source_reliability × recency_decay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29718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</a:rPr>
              <a:t>This prevents one weak blog post from outranking a Reuters article or company filing.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49808" y="457200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96112" y="469087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Entity resolution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6112" y="4974336"/>
            <a:ext cx="203911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Match by domain + alias + country + industry before extracting events.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3328416" y="457200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74720" y="469087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Temporal windows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74720" y="4974336"/>
            <a:ext cx="203911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Create 30/90/180/365 day signal features because deal prep is gradual.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907024" y="457200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53328" y="469087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Graph features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53328" y="4974336"/>
            <a:ext cx="203911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Connect companies to banks, PE firms, executives and prior transactions.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485632" y="457200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31936" y="469087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Analyst feedback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631936" y="4974336"/>
            <a:ext cx="203911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Capture “interesting / ignore” feedback to retrain ranking monthly.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5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PREDICTING PRIVATE-COMPANY TRANSACTIONS FROM PUBLIC DATA</a:t>
            </a:r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Product view: ranked companies, confidence and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The deliverable to analysts is not a model score; it is a prioritized coverage queue with reasons and confidence.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691640"/>
            <a:ext cx="6400800" cy="4187952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DED4C8"/>
            </a:solidFill>
            <a:prstDash val="solid"/>
          </a:ln>
          <a:effectLst>
            <a:outerShdw sx="100000" sy="100000" kx="0" ky="0" algn="bl" rotWithShape="0" blurRad="20320" dist="11430" dir="2700000">
              <a:srgbClr val="000000">
                <a:alpha val="11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87552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Top private-company transaction candidates</a:t>
            </a:r>
          </a:p>
        </p:txBody>
      </p:sp>
      <p:sp>
        <p:nvSpPr>
          <p:cNvPr id="7" name="Text 5"/>
          <p:cNvSpPr/>
          <p:nvPr/>
        </p:nvSpPr>
        <p:spPr>
          <a:xfrm>
            <a:off x="987552" y="23774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2377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Probability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60520" y="23774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Drivers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32688" y="2624328"/>
            <a:ext cx="5779008" cy="393192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2697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Databricks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6974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93.7%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269748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Investment bank; strategic review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32278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Canva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32278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93.6%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322783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Advisor hired; debt facility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" y="3685032"/>
            <a:ext cx="5779008" cy="393192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87552" y="37581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Stripe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37581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22B"/>
                </a:solidFill>
              </a:rPr>
              <a:t>52.3%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375818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CFO hired; board expanded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42885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Revolut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88920" y="4288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22B"/>
                </a:solidFill>
              </a:rPr>
              <a:t>42.4%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428853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IPO prep; board change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2688" y="4745736"/>
            <a:ext cx="5779008" cy="393192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87552" y="48188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Northvolt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22B"/>
                </a:solidFill>
              </a:rPr>
              <a:t>30.0%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481888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Debt restructuring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1691640"/>
            <a:ext cx="3657600" cy="1298448"/>
          </a:xfrm>
          <a:prstGeom prst="roundRect">
            <a:avLst>
              <a:gd name="adj" fmla="val 4225"/>
            </a:avLst>
          </a:prstGeom>
          <a:solidFill>
            <a:srgbClr val="243746"/>
          </a:solidFill>
          <a:ln w="12700">
            <a:solidFill>
              <a:srgbClr val="243746"/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62672" y="1938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Primary success KPI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62672" y="231343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FE7ED"/>
                </a:solidFill>
              </a:rPr>
              <a:t>How many real transactions appeared in Top-500 at least 90 days before announcement?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406640" y="3246120"/>
            <a:ext cx="36576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552944" y="336499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Evaluation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552944" y="3648456"/>
            <a:ext cx="336499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Precision@100 · Recall@500 · NDCG@100 · MRR. Avoid F1 because business value is rank-based.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406640" y="4572000"/>
            <a:ext cx="36576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ED4C8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552944" y="469087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</a:rPr>
              <a:t>Scale path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552944" y="4974336"/>
            <a:ext cx="336499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Batch refresh, cache documents, cheap rules first, LLM only on shortlisted text; monthly retraining from analyst labels.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65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Third 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Private-Company Transactions from Public Data</dc:title>
  <dc:subject>Third Bridge Take-Home Assignment</dc:subject>
  <dc:creator>Tanya Chutani</dc:creator>
  <cp:lastModifiedBy>Tanya Chutani</cp:lastModifiedBy>
  <cp:revision>1</cp:revision>
  <dcterms:created xsi:type="dcterms:W3CDTF">2026-06-27T13:44:57Z</dcterms:created>
  <dcterms:modified xsi:type="dcterms:W3CDTF">2026-06-27T13:44:57Z</dcterms:modified>
</cp:coreProperties>
</file>